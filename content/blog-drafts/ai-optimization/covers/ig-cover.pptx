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914400"/>
            <a:ext cx="8572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spc="300">
                <a:solidFill>
                  <a:srgbClr val="7A776F"/>
                </a:solidFill>
                <a:latin typeface="Futura"/>
              </a:rPr>
              <a:t>THE DOT CREATIVE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10050" y="3733800"/>
            <a:ext cx="1257300" cy="304800"/>
          </a:xfrm>
          <a:prstGeom prst="rect">
            <a:avLst/>
          </a:prstGeom>
          <a:solidFill>
            <a:srgbClr val="DA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" y="1428750"/>
            <a:ext cx="8953500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100" b="0">
                <a:solidFill>
                  <a:srgbClr val="35332F"/>
                </a:solidFill>
                <a:latin typeface="Futura"/>
              </a:rPr>
              <a:t>Can AI find your business?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155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1445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8590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5735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0025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170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315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8605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5750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2895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7185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4330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1475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8620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5765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2910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0055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43450" y="4629150"/>
            <a:ext cx="19050" cy="133350"/>
          </a:xfrm>
          <a:prstGeom prst="rect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" y="10020300"/>
            <a:ext cx="5334000" cy="495300"/>
          </a:xfrm>
          <a:prstGeom prst="rect">
            <a:avLst/>
          </a:prstGeom>
          <a:solidFill>
            <a:srgbClr val="DA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0" y="5334000"/>
            <a:ext cx="8953500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1000" b="0">
                <a:solidFill>
                  <a:srgbClr val="35332F"/>
                </a:solidFill>
                <a:latin typeface="Futura"/>
              </a:rPr>
              <a:t>45%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" y="10668000"/>
            <a:ext cx="8763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0">
                <a:solidFill>
                  <a:srgbClr val="47453F"/>
                </a:solidFill>
                <a:latin typeface="Futura"/>
              </a:rPr>
              <a:t>of people now ask AI to find a local business, up from just </a:t>
            </a:r>
            <a:r>
              <a:rPr sz="2550" b="1">
                <a:solidFill>
                  <a:srgbClr val="35332F"/>
                </a:solidFill>
                <a:latin typeface="Futura"/>
              </a:rPr>
              <a:t>6% a year ago</a:t>
            </a:r>
            <a:r>
              <a:rPr sz="2550" b="0">
                <a:solidFill>
                  <a:srgbClr val="47453F"/>
                </a:solidFill>
                <a:latin typeface="Futura"/>
              </a:rPr>
              <a:t>. If it can't name you, you are not on the list.</a:t>
            </a:r>
          </a:p>
        </p:txBody>
      </p:sp>
      <p:sp>
        <p:nvSpPr>
          <p:cNvPr id="33" name="Oval 32"/>
          <p:cNvSpPr/>
          <p:nvPr/>
        </p:nvSpPr>
        <p:spPr>
          <a:xfrm>
            <a:off x="8420100" y="9582150"/>
            <a:ext cx="285750" cy="285750"/>
          </a:xfrm>
          <a:prstGeom prst="ellipse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858250" y="9582150"/>
            <a:ext cx="285750" cy="285750"/>
          </a:xfrm>
          <a:prstGeom prst="ellipse">
            <a:avLst/>
          </a:prstGeom>
          <a:solidFill>
            <a:srgbClr val="FAF9F6"/>
          </a:solidFill>
          <a:ln w="17780">
            <a:solidFill>
              <a:srgbClr val="353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96400" y="9582150"/>
            <a:ext cx="285750" cy="285750"/>
          </a:xfrm>
          <a:prstGeom prst="ellipse">
            <a:avLst/>
          </a:prstGeom>
          <a:solidFill>
            <a:srgbClr val="DA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20100" y="10020300"/>
            <a:ext cx="285750" cy="285750"/>
          </a:xfrm>
          <a:prstGeom prst="ellipse">
            <a:avLst/>
          </a:prstGeom>
          <a:solidFill>
            <a:srgbClr val="DA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858250" y="10020300"/>
            <a:ext cx="285750" cy="285750"/>
          </a:xfrm>
          <a:prstGeom prst="ellipse">
            <a:avLst/>
          </a:prstGeom>
          <a:solidFill>
            <a:srgbClr val="35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96400" y="10020300"/>
            <a:ext cx="285750" cy="285750"/>
          </a:xfrm>
          <a:prstGeom prst="ellipse">
            <a:avLst/>
          </a:prstGeom>
          <a:solidFill>
            <a:srgbClr val="FAF9F6"/>
          </a:solidFill>
          <a:ln w="17780">
            <a:solidFill>
              <a:srgbClr val="353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" y="11906250"/>
            <a:ext cx="8953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50" b="1">
                <a:solidFill>
                  <a:srgbClr val="35332F"/>
                </a:solidFill>
                <a:latin typeface="Futura"/>
              </a:rPr>
              <a:t>New on the blog, plus a free 5-minute self-check.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" y="12382500"/>
            <a:ext cx="8953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spc="180">
                <a:solidFill>
                  <a:srgbClr val="7A776F"/>
                </a:solidFill>
                <a:latin typeface="Futura"/>
              </a:rPr>
              <a:t>THEDOTCREATIVE.CO   ·   @THEDOTCREATIVEAGENCY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
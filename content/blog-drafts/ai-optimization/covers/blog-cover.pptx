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666750"/>
            <a:ext cx="10001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 spc="280">
                <a:solidFill>
                  <a:srgbClr val="7A776F"/>
                </a:solidFill>
                <a:latin typeface="Futura"/>
              </a:rPr>
              <a:t>THE DOT CREATIVE     ·     MARKETING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57500" y="4305300"/>
            <a:ext cx="914400" cy="247650"/>
          </a:xfrm>
          <a:prstGeom prst="rect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850" y="1600200"/>
            <a:ext cx="10096500" cy="2381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50" b="0">
                <a:solidFill>
                  <a:srgbClr val="35332F"/>
                </a:solidFill>
                <a:latin typeface="Futura"/>
              </a:rPr>
              <a:t>Can AI find your business?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4305300"/>
            <a:ext cx="85725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47453F"/>
                </a:solidFill>
                <a:latin typeface="Futura"/>
              </a:rPr>
              <a:t>The new kind of search you can't ignore, and how to check where you 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3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3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14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4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5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5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76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66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7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7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8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28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19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09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0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81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71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2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52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43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3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4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149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05450" y="5295900"/>
            <a:ext cx="19050" cy="123825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" y="560070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spc="160">
                <a:solidFill>
                  <a:srgbClr val="35332F"/>
                </a:solidFill>
                <a:latin typeface="Futura"/>
              </a:rPr>
              <a:t>THEDOTCREATIVE.CO</a:t>
            </a:r>
          </a:p>
        </p:txBody>
      </p:sp>
      <p:sp>
        <p:nvSpPr>
          <p:cNvPr id="34" name="Oval 33"/>
          <p:cNvSpPr/>
          <p:nvPr/>
        </p:nvSpPr>
        <p:spPr>
          <a:xfrm>
            <a:off x="9220200" y="4476750"/>
            <a:ext cx="285750" cy="285750"/>
          </a:xfrm>
          <a:prstGeom prst="ellipse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58350" y="447675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96500" y="4476750"/>
            <a:ext cx="285750" cy="285750"/>
          </a:xfrm>
          <a:prstGeom prst="ellipse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34650" y="447675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20200" y="491490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58350" y="4914900"/>
            <a:ext cx="285750" cy="285750"/>
          </a:xfrm>
          <a:prstGeom prst="ellipse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6500" y="491490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4650" y="4914900"/>
            <a:ext cx="285750" cy="285750"/>
          </a:xfrm>
          <a:prstGeom prst="ellipse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